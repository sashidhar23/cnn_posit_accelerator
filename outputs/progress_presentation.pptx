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Previous Work — Model Training &amp; Weight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4572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Trained VGG16 on MNIST dataset (~31 MB weights)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Trained GoogLeNet on Fashion-MNIST (~40 MB weights)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Both models saved as PyTorch .pth state dictionaries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Weights include convolution kernels, biases, batch-norm parameters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Python reference model created for Posit&lt;16,1&gt; encoding/decoding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float_to_posit16_1()  converts FP32 → 16-bit Posit (ES=1)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posit_encoder.py  (Python reference)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5029200" cy="411480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def float_to_posit16_1(x):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# 1. Handle sign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sign = 1 if x &lt; 0 else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# 2. Compute regime 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#    USEED = 2^(2^ES) = 4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k =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while x &gt;= USEED:  # x &gt;= 4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    x /= USEED;  k +=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# 3. Extract exponent bit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exponent = 1 if x &gt;= 2 else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# 4. Extract fraction bits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fraction = x - 1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# 5. Pack: sign | regime | exp | frac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return posit_bits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Previous Work — FP32 to Posit Weight Conversion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4572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286000" cy="9144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VGG16 / GoogLeNet
.pth weights
(FP32)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83280" y="1874519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2926080" cy="9144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D700"/>
                </a:solidFill>
                <a:latin typeface="Calibri"/>
              </a:rPr>
              <a:t>convert_convnext_weights.py
np.vectorize(float_to_posit16_1)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1874519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2560320" cy="9144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E676"/>
                </a:solidFill>
                <a:latin typeface="Calibri"/>
              </a:rPr>
              <a:t>Posit&lt;16,1&gt; Weights
.npy arrays
(16-bit integers)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Each FP32 weight/bias is individually converted to a 16-bit Posit&lt;16,1&gt; integer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Conversion uses the Python reference encoder (float_to_posit16_1)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Converted weights are stored in NumPy .npy format, preserving original tensor shapes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check_converted_weights.py verifies conversion accuracy by decoding back to float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D2FF"/>
                </a:solidFill>
                <a:latin typeface="Calibri"/>
              </a:rPr>
              <a:t>▸ </a:t>
            </a:r>
            <a:r>
              <a:rPr sz="1700">
                <a:solidFill>
                  <a:srgbClr val="CCCCCC"/>
                </a:solidFill>
                <a:latin typeface="Calibri"/>
              </a:rPr>
              <a:t>These Posit-encoded weights are what the hardware accelerator will load into 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Verilog — Posit Decoder &amp; 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posit_decoder.v — Unpacks N-bit Posit into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03520" cy="29260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module posit_decoder #(N=8, ES=1) 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input  [N-1:0] posit_in,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output sign, is_zero, is_nar,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output signed [$clog2(N):0] k,    // regime value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output [ES-1:0] exponent,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output [N-1:0]  fraction,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output [$clog2(N):0] frac_len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Steps: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1. Check special cases (zero, NaR)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2. Extract sign, 2's complement for negative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3. Count regime run-length → 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4. Extract exponent bits after regime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5. Extract fraction bits (left-justified)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posit_encoder.v — Packs fields back into N-bit Posit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292608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module posit_encoder #(N=8, ES=1) 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input  sign, is_zero, is_nar,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input  signed [$clog2(N):0] k,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input  [ES-1:0] exponent,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input  [N-1:0]  fraction,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output [N-1:0]  posit_out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Steps: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1. Handle zero / NaR special outputs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2. Build regime bits from 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   k&gt;=0 → (k+1) ones + terminating 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   k&lt;0  → |k| zeros + terminating 1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3. Insert exponent, fraction bits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// 4. Apply sign via 2's complement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Posit&lt;8,1&gt; Bit Layout Example: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640080" cy="502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A500"/>
                </a:solidFill>
                <a:latin typeface="Calibri"/>
              </a:rPr>
              <a:t>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5212080"/>
            <a:ext cx="2011680" cy="502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E676"/>
                </a:solidFill>
                <a:latin typeface="Calibri"/>
              </a:rPr>
              <a:t>Regime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212080"/>
            <a:ext cx="640080" cy="502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D700"/>
                </a:solidFill>
                <a:latin typeface="Calibri"/>
              </a:rPr>
              <a:t>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5212080"/>
            <a:ext cx="2560320" cy="502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0D2FF"/>
                </a:solidFill>
                <a:latin typeface="Calibri"/>
              </a:rPr>
              <a:t>Fraction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sign | 1...10 (run) | exp bit(s) | mantissa bits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Verilog — Posit Adder &amp; Multiplier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posit_adder.v  (Combinational, ~300 lines)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Decodes both inputs via posit_decoder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Computes unified scale:  scale = k × 2^ES + exponent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Builds significands with hidden 1:  sig = {1, fraction}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Aligns smaller operand by right-shifting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Adds/subtracts signed significands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Normalizes result (find leading-one, shift)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Decomposes result scale → new k and exponent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Encodes output via posit_encoder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posit_multiplier.v  (Combinational, ~325 lines)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Decodes both inputs via posit_decoder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Result sign = sign_a XOR sign_b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Builds mantissas:  mant = {1'b1, fraction}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Integer multiply:  product = mant_a × mant_b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Scales add:  total_scale = scale_a + scale_b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Normalizes: if product MSB set → shift right, scale+1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Trims trailing zeros for frac_len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Saturates k to valid Posit range, encodes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Common Pattern:  Decode → Operate on (sign, scale, significand) → Normalize → 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Both are fully combinational (no clk). Each adder/multiplier internally instantiates its own decoder and encoder.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Verilog — Processing Element (PE)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pe.v — Weight-Stationary, 2-Stage Pipelined MAC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3931920"/>
          </a:xfrm>
          <a:prstGeom prst="roundRect">
            <a:avLst/>
          </a:prstGeom>
          <a:solidFill>
            <a:srgbClr val="0D0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module pe #(N=8, ES=1) 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input  clk, reset, pe_en, clear_acc, wshift,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input  [N-1:0] input_in, weight_in, psum_in,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output [N-1:0] input_out, psum_out, pe_output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  // Weight stays frozen (only loads when wshift=1)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always @(posedge clk)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if (wshift) weight_reg &lt;= weight_in;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  // Activation slides through (left → right)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always @(posedge clk)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if (pe_en) input_reg &lt;= input_in;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assign input_out = input_reg;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  // Stage 1: Multiply (combinational)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posit_multiplier MUL(.a(input_reg),.b(weight_reg),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                   .out(product_comb));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  // Stage 2: Add psum (combinational)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posit_adder ADD(.a(product_reg), .b(psum_pipe_reg),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>                  .out(psum_comb));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CED4DA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  // Pipeline registers between stages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always @(posedge clk) begin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product_reg   &lt;= product_comb; // stage 1 result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psum_pipe_reg &lt;= psum_in;      // matching psum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  psum_out_reg  &lt;= psum_comb;    // stage 2 result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569CD6"/>
                </a:solidFill>
                <a:latin typeface="Consolas"/>
              </a:rPr>
              <a:t> 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PE Dataflow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18288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D2FF"/>
                </a:solidFill>
                <a:latin typeface="Calibri"/>
              </a:rPr>
              <a:t>Activation In
(from left PE)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95360" y="1920240"/>
            <a:ext cx="45720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13716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E676"/>
                </a:solidFill>
                <a:latin typeface="Calibri"/>
              </a:rPr>
              <a:t>input_reg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607040" y="1920240"/>
            <a:ext cx="45720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→ 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606040"/>
            <a:ext cx="1371600" cy="54864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A500"/>
                </a:solidFill>
                <a:latin typeface="Calibri"/>
              </a:rPr>
              <a:t>weight_reg
(stationary)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646920" y="3200400"/>
            <a:ext cx="320040" cy="32004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3611880"/>
            <a:ext cx="2286000" cy="502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D700"/>
                </a:solidFill>
                <a:latin typeface="Calibri"/>
              </a:rPr>
              <a:t>posit_multiplier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646920" y="4160520"/>
            <a:ext cx="320040" cy="27432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0" y="4526280"/>
            <a:ext cx="2286000" cy="4114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CCCCC"/>
                </a:solidFill>
                <a:latin typeface="Calibri"/>
              </a:rPr>
              <a:t>product_reg (pipeline)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646920" y="4983480"/>
            <a:ext cx="320040" cy="27432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4709160"/>
            <a:ext cx="1645920" cy="4572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D2FF"/>
                </a:solidFill>
                <a:latin typeface="Calibri"/>
              </a:rPr>
              <a:t>psum_in
(from above)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12480" y="4800600"/>
            <a:ext cx="27432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0" y="5349240"/>
            <a:ext cx="2286000" cy="502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D700"/>
                </a:solidFill>
                <a:latin typeface="Calibri"/>
              </a:rPr>
              <a:t>posit_adder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646920" y="5897880"/>
            <a:ext cx="320040" cy="274320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6217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psum_out 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Verilog — 6×6 Weight-Stationary Systolic Array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45720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systolic_array.v  generates a ROWS×COLS grid of PEs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Activations flow horizontally (left → right) via act_bus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Partial sums flow vertically (top → bottom) via psum_bus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Top row psum_in initialized to zero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Bottom row psum_out = final column results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Weights loaded in parallel via wshift before computation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CCCCCC"/>
                </a:solidFill>
                <a:latin typeface="Calibri"/>
              </a:rPr>
              <a:t>All PEs share clk, reset, pe_en, clear_acc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systolic_core.v wraps the array with: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Input FIFOs — per-row buffers for activation skewing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Row delay registers — stagger activations diagonally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Output delay registers — de-skew the column results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This ensures correct data alignment across the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Array Layout (6×6 PE Grid):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Act[0]→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01168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[0,0]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01168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[0,1]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01168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[0,2]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44200" y="201168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[0,3]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Act[1]→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88036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[1,0]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288036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[1,1]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88036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[1,2]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44200" y="288036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[1,3]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Act[2]→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749039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[2,0]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749039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[2,1]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3749039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[2,2]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3749039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[2,3]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Act[3]→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61772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[3,0]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461772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[3,1]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61772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[3,2]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44200" y="4617720"/>
            <a:ext cx="1005840" cy="6400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
[3,3]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psum_out  (final results per column)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Quire variants (pe_quire.v, systolic_array_quire.v)</a:t>
            </a:r>
            <a:br/>
            <a:r>
              <a:t>accumulate in a 128-bit fixed-point quire register</a:t>
            </a:r>
            <a:br/>
            <a:r>
              <a:t>for zero rounding error during MAC accumulation.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Current Status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✅ 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Posit&lt;16,1&gt; Python reference encoder &amp; decoder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Model training (VGG16, GoogLeNet) and weight extraction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FP32 → Posit weight conversion pipeline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posit_decoder — bit unpacking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posit_encoder — bit packing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posit_adder — full posit addition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posit_multiplier — full posit multiplication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PE — 2-stage pipelined weight-stationary 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PE Quire — PE with 128-bit quire accumulation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6×6 Systolic Array (standard + quire variants)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Verilog Systolic Core with input FIFOs and skewing logic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Testbenches written for all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Calibri"/>
              </a:defRPr>
            </a:pPr>
            <a:r>
              <a:t>🔲 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Run &amp; verify all testbenches (PE, Systolic Array)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Analyze simulation waveforms for timing correctness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Build top-level controller / FSM for the accelerator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Implement layer-level dataflow (tiling, feature maps)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Load converted Posit weights into systolic array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End-to-end inference test with MNIST/FMNIST images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FPGA synthesis and resource utilization analysis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A500"/>
                </a:solidFill>
                <a:latin typeface="Calibri"/>
              </a:rPr>
              <a:t>▸ </a:t>
            </a:r>
            <a:r>
              <a:rPr sz="1500">
                <a:solidFill>
                  <a:srgbClr val="CCCCCC"/>
                </a:solidFill>
                <a:latin typeface="Calibri"/>
              </a:rPr>
              <a:t>Performance benchmarking vs FP32 / INT8 baselines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